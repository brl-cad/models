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61" r:id="rId3"/>
    <p:sldId id="271" r:id="rId4"/>
    <p:sldId id="263" r:id="rId5"/>
    <p:sldId id="266" r:id="rId6"/>
    <p:sldId id="267" r:id="rId7"/>
    <p:sldId id="268" r:id="rId8"/>
    <p:sldId id="269" r:id="rId9"/>
    <p:sldId id="270" r:id="rId10"/>
    <p:sldId id="272" r:id="rId11"/>
    <p:sldId id="273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88" d="100"/>
          <a:sy n="188" d="100"/>
        </p:scale>
        <p:origin x="110" y="-8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B7F63-9A3D-A61B-7E27-8DE3D99F4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32D4AB-672D-423F-A0EE-44E3CCE1E07B}" type="datetimeFigureOut">
              <a:rPr lang="en-US"/>
              <a:pPr>
                <a:defRPr/>
              </a:pPr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79EB7-7419-7F9E-1603-E852F8F9D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6C9B8-42D3-A28E-04B2-F7BAF9C6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B6A6C-808D-429E-85C6-BA6079E965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1347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ACFAE-33DF-DDF1-4CFD-564AE54F1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EC181-5A1D-4DE2-9198-B0A70F9500C6}" type="datetimeFigureOut">
              <a:rPr lang="en-US"/>
              <a:pPr>
                <a:defRPr/>
              </a:pPr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49919-081A-2DB1-00FC-F5D58D089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A320C-07A0-4C52-7ACB-B9505DB4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9772D-609D-4692-9CDF-77EDFE713C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016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177E0-62D5-FF11-25A3-1CC79005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CAFF08-19C0-49C1-B993-6C1DADFCE337}" type="datetimeFigureOut">
              <a:rPr lang="en-US"/>
              <a:pPr>
                <a:defRPr/>
              </a:pPr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1EDD4-97D5-0415-E11B-E40F247BB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BC63A-E93F-6309-973F-328FAA49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B1468-EBFF-4A63-8F45-F16E98EA5B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3086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355DBDE-A38A-0A21-ED0C-84409DD2D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031CF-C405-4375-92A9-01027D661F33}" type="datetimeFigureOut">
              <a:rPr lang="en-US"/>
              <a:pPr>
                <a:defRPr/>
              </a:pPr>
              <a:t>12/30/2025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7C25CD3-7D84-A571-BE18-3820AAB0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E3D6335-97C9-0D64-51A9-230FCFC9D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FC1DB9-C265-4AA8-8CD6-9E00BAC040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7915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AD0D72D-50B7-EB6B-539C-10448C41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8CE76-2D54-4B00-BEFD-320167E18156}" type="datetimeFigureOut">
              <a:rPr lang="en-US"/>
              <a:pPr>
                <a:defRPr/>
              </a:pPr>
              <a:t>12/30/2025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DD3E2AB-7A4D-6B52-79BE-AD8C25292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3C313A1-1D9A-8548-8C6E-C624F66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84AA88-8B38-4A54-9535-D09FC38CCC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532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117D206-79CE-1732-AC3D-92AF77D86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F90AE-7960-4A54-B3D6-BF779072F458}" type="datetimeFigureOut">
              <a:rPr lang="en-US"/>
              <a:pPr>
                <a:defRPr/>
              </a:pPr>
              <a:t>12/30/2025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C03C199-CDD8-EC43-8F8B-F9C753992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E22A0B-8487-11ED-4C18-3BF9B565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8B8A0-27DB-4F02-873A-09BE572385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0622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CBF5FF1-7B99-51BE-4CB2-608A19C58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C00E6-5310-464C-B7DB-7981E17A9346}" type="datetimeFigureOut">
              <a:rPr lang="en-US"/>
              <a:pPr>
                <a:defRPr/>
              </a:pPr>
              <a:t>12/30/2025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2C92BA2-0D87-A048-97FA-67D376FFC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ED97E10-6267-A6C3-4B36-3D3AF25E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31949D-9A2E-4068-B096-35629C933C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1804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CC63007-64A1-EF82-B5B0-79165F498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0B05B1-1F2D-40C1-B193-6326F39A6169}" type="datetimeFigureOut">
              <a:rPr lang="en-US"/>
              <a:pPr>
                <a:defRPr/>
              </a:pPr>
              <a:t>12/30/2025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CD40CC2-D769-81AE-EB87-61276023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D0F7DA1-1068-55F8-D1CD-EDC8CC32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7A428D-8CDA-4BE9-8D13-7222F1AF91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229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FA55D74-335D-F342-06F5-CD945D8A2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483569-F545-4DDF-8250-8D34A4A8CCDC}" type="datetimeFigureOut">
              <a:rPr lang="en-US"/>
              <a:pPr>
                <a:defRPr/>
              </a:pPr>
              <a:t>12/30/2025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413606-EBCF-FE4F-B725-6C8458BD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C338687-41E4-26A0-C391-F87E1879F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F77D7-597E-4BD0-833F-CDD8240EEE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518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5CC9E-1A14-B351-7266-7D1FF95B0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E920E-6633-4714-99CA-3B65D45792DA}" type="datetimeFigureOut">
              <a:rPr lang="en-US"/>
              <a:pPr>
                <a:defRPr/>
              </a:pPr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2DFF0-9DFB-180D-0854-4F05DF903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60312-FE63-0F15-3C81-8AE21A64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03E45-1499-416B-A4D4-0A6BF09BC4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2384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99511-E1B7-3148-0BF3-63911364C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D7674-F147-4D6D-B43B-CF6702E1AE76}" type="datetimeFigureOut">
              <a:rPr lang="en-US"/>
              <a:pPr>
                <a:defRPr/>
              </a:pPr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1298F-E0FA-EB7F-34AE-BAEB0B0EA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1385C-A0FC-3B50-F20C-7CBE0767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6C782A-B61F-429D-A0EE-4A90690745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45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9AE5A768-6775-2B30-EDAA-CA548934AFE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BF16F42-C931-AB96-B947-70D161A82B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E8F0B-90D0-AECF-9AD3-C7FEAC36B2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544EB4B-61F0-4B26-B6C8-6DEEDEF465A4}" type="datetimeFigureOut">
              <a:rPr lang="en-US"/>
              <a:pPr>
                <a:defRPr/>
              </a:pPr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03284-8356-7113-58EF-8BB0701026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B952A-701E-70E7-A3EF-06397F549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972149F-6170-4C06-865C-16BF18E0F2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2D58DF1A-B2C2-1295-557D-B06F15224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97 Nissan Pickup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635E8-D068-FB99-8287-54A395FDBC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Model Release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March 2024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1D7ED034-4AB8-26DD-6DEB-C4A148914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Original Data Collection &amp; Modeling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A3455302-A9F3-7F89-1D04-87D8F76E1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/>
              <a:t>	</a:t>
            </a:r>
          </a:p>
          <a:p>
            <a:pPr eaLnBrk="1" hangingPunct="1"/>
            <a:r>
              <a:rPr lang="en-US" altLang="en-US" sz="2800"/>
              <a:t>Collected 4425 Scanned Data Points using X-station System, sketches, and hand measurements.</a:t>
            </a:r>
          </a:p>
          <a:p>
            <a:pPr eaLnBrk="1" hangingPunct="1"/>
            <a:r>
              <a:rPr lang="en-US" altLang="en-US" sz="2800"/>
              <a:t>Imported collected points into Rhino (V4.0 4b)</a:t>
            </a:r>
          </a:p>
          <a:p>
            <a:pPr eaLnBrk="1" hangingPunct="1"/>
            <a:r>
              <a:rPr lang="en-US" altLang="en-US" sz="2800"/>
              <a:t>Built much of the target description in Rhino using reference points, sketches, and hand measurements.</a:t>
            </a:r>
          </a:p>
          <a:p>
            <a:pPr eaLnBrk="1" hangingPunct="1"/>
            <a:r>
              <a:rPr lang="en-US" altLang="en-US" sz="2800"/>
              <a:t>Additional modeling in BRL-CAD to replace lines and pipes with pipe entities and subtractions to eliminate overlaps.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CD58BE80-B5B4-F767-AFEA-0347BE48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Conversion to BRL-CAD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376DED22-996F-1E2E-AC56-2D9D715CE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Used BRL-CAD Version 7.16.7</a:t>
            </a:r>
          </a:p>
          <a:p>
            <a:pPr eaLnBrk="1" hangingPunct="1"/>
            <a:r>
              <a:rPr lang="en-US" altLang="en-US"/>
              <a:t>Used BRL-CAD’s 3dm-g utility to convert between Rhino and BRL-CAD. </a:t>
            </a:r>
          </a:p>
          <a:p>
            <a:pPr eaLnBrk="1" hangingPunct="1"/>
            <a:r>
              <a:rPr lang="en-US" altLang="en-US"/>
              <a:t>3DM conversion was 372 primitives, 278 regions, and 114 groups</a:t>
            </a:r>
          </a:p>
          <a:p>
            <a:pPr eaLnBrk="1" hangingPunct="1"/>
            <a:r>
              <a:rPr lang="en-US" altLang="en-US"/>
              <a:t>BRL-CAD model was originally 240 primitives, 337 regions, and 367 groups.</a:t>
            </a:r>
          </a:p>
          <a:p>
            <a:pPr eaLnBrk="1" hangingPunct="1"/>
            <a:r>
              <a:rPr lang="en-US" altLang="en-US"/>
              <a:t>Final hybrid BRL-CAD model is 364 primitives, 362 regions, and 376 groups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55CA735B-C054-0210-BD46-D9B4E04BE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Reference Points Collected</a:t>
            </a:r>
          </a:p>
        </p:txBody>
      </p:sp>
      <p:pic>
        <p:nvPicPr>
          <p:cNvPr id="5123" name="Picture 4">
            <a:extLst>
              <a:ext uri="{FF2B5EF4-FFF2-40B4-BE49-F238E27FC236}">
                <a16:creationId xmlns:a16="http://schemas.microsoft.com/office/drawing/2014/main" id="{B32C7F3B-2457-3F6A-5F12-A91139321F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6788" y="1600200"/>
            <a:ext cx="7210425" cy="4525963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5">
            <a:extLst>
              <a:ext uri="{FF2B5EF4-FFF2-40B4-BE49-F238E27FC236}">
                <a16:creationId xmlns:a16="http://schemas.microsoft.com/office/drawing/2014/main" id="{F01BDEC1-BE77-D53D-6321-CDC6928F6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05000"/>
            <a:ext cx="8805863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itle 4">
            <a:extLst>
              <a:ext uri="{FF2B5EF4-FFF2-40B4-BE49-F238E27FC236}">
                <a16:creationId xmlns:a16="http://schemas.microsoft.com/office/drawing/2014/main" id="{DA219C56-8E94-35A3-9608-F090EB6AE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Top 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4">
            <a:extLst>
              <a:ext uri="{FF2B5EF4-FFF2-40B4-BE49-F238E27FC236}">
                <a16:creationId xmlns:a16="http://schemas.microsoft.com/office/drawing/2014/main" id="{F3E3AB68-F17E-3F41-0BCE-B6EA0F17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Right View</a:t>
            </a:r>
          </a:p>
        </p:txBody>
      </p:sp>
      <p:pic>
        <p:nvPicPr>
          <p:cNvPr id="7171" name="Picture 5">
            <a:extLst>
              <a:ext uri="{FF2B5EF4-FFF2-40B4-BE49-F238E27FC236}">
                <a16:creationId xmlns:a16="http://schemas.microsoft.com/office/drawing/2014/main" id="{229E30A5-356C-CB3B-DA58-BC67EF27CA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097088"/>
            <a:ext cx="8229600" cy="3379787"/>
          </a:xfr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4">
            <a:extLst>
              <a:ext uri="{FF2B5EF4-FFF2-40B4-BE49-F238E27FC236}">
                <a16:creationId xmlns:a16="http://schemas.microsoft.com/office/drawing/2014/main" id="{CB1B2AD2-394F-66FB-796F-0C17C495B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Front View</a:t>
            </a:r>
          </a:p>
        </p:txBody>
      </p:sp>
      <p:pic>
        <p:nvPicPr>
          <p:cNvPr id="8195" name="Picture 4">
            <a:extLst>
              <a:ext uri="{FF2B5EF4-FFF2-40B4-BE49-F238E27FC236}">
                <a16:creationId xmlns:a16="http://schemas.microsoft.com/office/drawing/2014/main" id="{2625B353-6B3A-0331-6194-113E036B54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41513" y="1524000"/>
            <a:ext cx="5260975" cy="4525963"/>
          </a:xfr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4">
            <a:extLst>
              <a:ext uri="{FF2B5EF4-FFF2-40B4-BE49-F238E27FC236}">
                <a16:creationId xmlns:a16="http://schemas.microsoft.com/office/drawing/2014/main" id="{DC9E45D7-1802-CB85-AE38-5B0192A5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Perspective View</a:t>
            </a:r>
          </a:p>
        </p:txBody>
      </p:sp>
      <p:pic>
        <p:nvPicPr>
          <p:cNvPr id="9219" name="Picture 4">
            <a:extLst>
              <a:ext uri="{FF2B5EF4-FFF2-40B4-BE49-F238E27FC236}">
                <a16:creationId xmlns:a16="http://schemas.microsoft.com/office/drawing/2014/main" id="{B0E72677-E70F-0CB5-79A8-174460F3A3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0163" y="1524000"/>
            <a:ext cx="6543675" cy="4525963"/>
          </a:xfr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4">
            <a:extLst>
              <a:ext uri="{FF2B5EF4-FFF2-40B4-BE49-F238E27FC236}">
                <a16:creationId xmlns:a16="http://schemas.microsoft.com/office/drawing/2014/main" id="{FEAD0AF4-4DB2-A2DC-0E54-17F70D8B0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Bottom View</a:t>
            </a:r>
          </a:p>
        </p:txBody>
      </p:sp>
      <p:pic>
        <p:nvPicPr>
          <p:cNvPr id="10243" name="Picture 4">
            <a:extLst>
              <a:ext uri="{FF2B5EF4-FFF2-40B4-BE49-F238E27FC236}">
                <a16:creationId xmlns:a16="http://schemas.microsoft.com/office/drawing/2014/main" id="{A947EB7D-9A15-D840-61E1-B5192335B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95400"/>
            <a:ext cx="7654925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0749E7A1-9265-5E88-090B-75FE245B0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87BD9E88-903A-362C-84DD-0CA152A94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11268" name="Picture 3">
            <a:extLst>
              <a:ext uri="{FF2B5EF4-FFF2-40B4-BE49-F238E27FC236}">
                <a16:creationId xmlns:a16="http://schemas.microsoft.com/office/drawing/2014/main" id="{A9A04CDB-5598-9628-EF46-BA9DD1377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85800"/>
            <a:ext cx="8699500" cy="589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">
            <a:extLst>
              <a:ext uri="{FF2B5EF4-FFF2-40B4-BE49-F238E27FC236}">
                <a16:creationId xmlns:a16="http://schemas.microsoft.com/office/drawing/2014/main" id="{D0B5353E-1871-ADAA-BC83-B62CBFF884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14488"/>
            <a:ext cx="8229600" cy="4497387"/>
          </a:xfr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Microsoft Office PowerPoint</Application>
  <PresentationFormat>On-screen Show (4:3)</PresentationFormat>
  <Paragraphs>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97 Nissan Pickup</vt:lpstr>
      <vt:lpstr>Original Data Collection &amp; Modeling</vt:lpstr>
      <vt:lpstr>Conversion to BRL-CAD</vt:lpstr>
      <vt:lpstr>Reference Points Collected</vt:lpstr>
      <vt:lpstr>Top View</vt:lpstr>
      <vt:lpstr>Right View</vt:lpstr>
      <vt:lpstr>Front View</vt:lpstr>
      <vt:lpstr>Perspective View</vt:lpstr>
      <vt:lpstr>Bottom View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2025-12-30T19:15:24Z</dcterms:created>
  <dcterms:modified xsi:type="dcterms:W3CDTF">2025-12-30T19:16:02Z</dcterms:modified>
</cp:coreProperties>
</file>